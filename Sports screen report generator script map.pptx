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7DA3E-6516-5FBE-B582-543DEC80C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B5F48E-665F-C42B-8EB5-BFD5FA4A71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6FD39-B94E-6317-9CA8-839AD867B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4BF0-003A-436D-8441-51F509AD796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3C387-5243-4696-3DC3-7A11548A3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CA42C-5950-DE80-62F5-F065A87D0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DACFB-8472-483D-B0F2-129DD121A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736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E68B6-AB5B-1E8C-273F-A9BC62C40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DB1C2-3E40-96CD-78B6-EB97DCAF9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31B07-5DC5-EEF0-9003-59930B26A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4BF0-003A-436D-8441-51F509AD796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0D125-B956-F0F8-6213-C8719176E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6C246-A47D-072B-1708-20FFA9404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DACFB-8472-483D-B0F2-129DD121A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55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968CF-9A68-E396-493C-E7AC0BFD4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2D2AE-37E0-2626-D3FD-EC7903C9F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61118-E3CE-837A-DDFA-5E951F576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4BF0-003A-436D-8441-51F509AD796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FF182-E99B-1395-D033-3F64398F0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0A65B-A062-73AA-1AF0-95E4CAB05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DACFB-8472-483D-B0F2-129DD121A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19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AF3DB-3BFE-4833-A531-DD1F3F294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86170-7C98-8790-73CF-E2DE2BAD3F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731093-532F-7936-B30E-B4065EBE0E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6685A-F07A-978E-D2AD-5671E0C48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4BF0-003A-436D-8441-51F509AD796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D09D08-5323-7CB0-F9D3-F82EAF765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225C55-B5A4-C35D-75C7-9CAD39164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DACFB-8472-483D-B0F2-129DD121A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140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69F92-D426-18C2-8340-072D51561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FA9B7-CE37-7E91-517D-F028D7704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2DF01-C12A-C916-5D5E-2CE824A3F2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569648-EFE9-7052-4746-60711A3862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56F74C-264D-58EC-CB23-033014D302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5D951E-8F81-C822-0DAB-6BA41A484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4BF0-003A-436D-8441-51F509AD796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EBD93-EAD5-1E37-1D1E-05B5AE656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A6CE27-2C1D-28B8-D1EC-29117D96C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DACFB-8472-483D-B0F2-129DD121A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135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73F57-E9DF-7D54-4269-941571C13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0A9B0A-0994-E113-37BC-47CC7F2D8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4BF0-003A-436D-8441-51F509AD796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C30D48-5EC8-F9FA-5A22-65ECC5756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3AC53-4B3B-12DD-F8F0-254D398D9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DACFB-8472-483D-B0F2-129DD121A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176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E225BF-A9C7-3C9F-2BA6-AD99E6FEF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4BF0-003A-436D-8441-51F509AD796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4AEF8F-C2FB-D09E-14D8-392EC4B27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08697-EAB4-041D-1945-BB608922E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DACFB-8472-483D-B0F2-129DD121A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091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A277F-78C0-0883-4356-B1455C102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060FA-6E20-1A0C-9288-FDD5858A5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D26BCD-6F55-AA81-8DE1-5D95D58785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EA1E1C-69CB-2B70-D8D3-929CB8723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4BF0-003A-436D-8441-51F509AD796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5D39B7-C586-8658-493B-7F7AC1E89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17EB5-9D5F-34B9-E6B7-78019E1FA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DACFB-8472-483D-B0F2-129DD121A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04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EFBF1-DA02-839E-9EF1-47447A9C6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844FEB-996D-AC11-956E-501D98E97E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91D6C9-A584-B96C-3F22-5065756CDF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68115F-F753-A6A4-F80D-11F35A9E3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4BF0-003A-436D-8441-51F509AD796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E8B27A-8261-07FC-9BF0-C36CEBE3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98EF78-C5E4-6A4A-BD1E-25EC548CB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DACFB-8472-483D-B0F2-129DD121A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742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86871-3A8A-7A48-D221-E2D06F58E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07F11A-42A1-044D-97FA-330DA7C37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EA07E-CD17-B65A-75EF-4D7791E8A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4BF0-003A-436D-8441-51F509AD796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445CE-7C9F-9439-3F84-1F15E9853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2B1F9-806B-BC2E-0F62-37879519B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DACFB-8472-483D-B0F2-129DD121A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549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508E1E-2973-C334-FD59-623DF0C149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DBED33-4B45-F7B6-7855-9F901E5026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FFA63-B660-120D-97FC-BD0305AE0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4BF0-003A-436D-8441-51F509AD796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E0F47-61D7-A1AB-E53A-B1492E5D9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44A42-9897-C994-2B46-2E8FE8A4D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DACFB-8472-483D-B0F2-129DD121A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35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E16716-3416-94F3-0B0B-CD00956BA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7E44B-2BA3-3418-30F6-DFC95F83B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22ACC-0C6C-3D03-C264-78AE5CA53F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AD4BF0-003A-436D-8441-51F509AD796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72882-80B2-CE1D-1869-69345784C1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2A9DF-8B0F-0B5E-1702-89068FF2CB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DACFB-8472-483D-B0F2-129DD121A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838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34C68-DCEB-574D-F617-625FE518A5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Sports screen report generator script map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514D44-C0DD-51AB-1456-01118143A3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Dan Gregory</a:t>
            </a:r>
          </a:p>
        </p:txBody>
      </p:sp>
    </p:spTree>
    <p:extLst>
      <p:ext uri="{BB962C8B-B14F-4D97-AF65-F5344CB8AC3E}">
        <p14:creationId xmlns:p14="http://schemas.microsoft.com/office/powerpoint/2010/main" val="694360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5417A6-6A6E-1A56-BFCE-4B5188838B93}"/>
              </a:ext>
            </a:extLst>
          </p:cNvPr>
          <p:cNvSpPr txBox="1"/>
          <p:nvPr/>
        </p:nvSpPr>
        <p:spPr>
          <a:xfrm>
            <a:off x="521208" y="310896"/>
            <a:ext cx="6739128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Enter patient info</a:t>
            </a:r>
          </a:p>
          <a:p>
            <a:pPr marL="342900" indent="-342900">
              <a:buAutoNum type="arabicPeriod"/>
            </a:pPr>
            <a:r>
              <a:rPr lang="en-US" dirty="0"/>
              <a:t>Enter clinical info</a:t>
            </a:r>
          </a:p>
          <a:p>
            <a:pPr marL="342900" indent="-342900">
              <a:buAutoNum type="arabicPeriod"/>
            </a:pPr>
            <a:r>
              <a:rPr lang="en-US" dirty="0"/>
              <a:t>Click “Save &amp; Load GCD data”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dirty="0"/>
              <a:t>Patient info saved automatically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dirty="0" err="1"/>
              <a:t>load_data</a:t>
            </a:r>
            <a:r>
              <a:rPr lang="en-US" dirty="0"/>
              <a:t> called</a:t>
            </a:r>
          </a:p>
          <a:p>
            <a:pPr marL="1257300" lvl="2" indent="-342900">
              <a:buFont typeface="+mj-lt"/>
              <a:buAutoNum type="romanLcPeriod"/>
            </a:pPr>
            <a:r>
              <a:rPr lang="en-US" dirty="0" err="1"/>
              <a:t>load_create_patient_data</a:t>
            </a:r>
            <a:r>
              <a:rPr lang="en-US" dirty="0"/>
              <a:t> called</a:t>
            </a:r>
          </a:p>
          <a:p>
            <a:pPr marL="1771650" lvl="3" indent="-400050">
              <a:buFont typeface="Arial" panose="020B0604020202020204" pitchFamily="34" charset="0"/>
              <a:buChar char="•"/>
            </a:pPr>
            <a:r>
              <a:rPr lang="en-US" dirty="0"/>
              <a:t>Creates patient folder if one doesn’t exist</a:t>
            </a:r>
          </a:p>
          <a:p>
            <a:pPr marL="1771650" lvl="3" indent="-400050">
              <a:buFont typeface="Arial" panose="020B0604020202020204" pitchFamily="34" charset="0"/>
              <a:buChar char="•"/>
            </a:pPr>
            <a:r>
              <a:rPr lang="en-US" dirty="0"/>
              <a:t>Loads parquet files if they exist</a:t>
            </a:r>
          </a:p>
          <a:p>
            <a:pPr marL="1771650" lvl="3" indent="-400050">
              <a:buFont typeface="Arial" panose="020B0604020202020204" pitchFamily="34" charset="0"/>
              <a:buChar char="•"/>
            </a:pPr>
            <a:r>
              <a:rPr lang="en-US" dirty="0"/>
              <a:t>Returns </a:t>
            </a:r>
            <a:r>
              <a:rPr lang="en-US" dirty="0" err="1"/>
              <a:t>session_dict</a:t>
            </a:r>
            <a:r>
              <a:rPr lang="en-US" dirty="0"/>
              <a:t> with all relevant info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US" dirty="0" err="1"/>
              <a:t>getData_dialog</a:t>
            </a:r>
            <a:r>
              <a:rPr lang="en-US" dirty="0"/>
              <a:t> called</a:t>
            </a:r>
          </a:p>
          <a:p>
            <a:pPr marL="1771650" lvl="3" indent="-400050">
              <a:buFont typeface="Arial" panose="020B0604020202020204" pitchFamily="34" charset="0"/>
              <a:buChar char="•"/>
            </a:pPr>
            <a:r>
              <a:rPr lang="en-US" dirty="0"/>
              <a:t>Opens file explorer to select data</a:t>
            </a:r>
          </a:p>
          <a:p>
            <a:pPr marL="1771650" lvl="3" indent="-400050">
              <a:buFont typeface="Arial" panose="020B0604020202020204" pitchFamily="34" charset="0"/>
              <a:buChar char="•"/>
            </a:pPr>
            <a:r>
              <a:rPr lang="en-US" dirty="0"/>
              <a:t>Checks if date </a:t>
            </a:r>
            <a:r>
              <a:rPr lang="en-US" dirty="0" err="1"/>
              <a:t>exisits</a:t>
            </a:r>
            <a:r>
              <a:rPr lang="en-US" dirty="0"/>
              <a:t> for data in </a:t>
            </a:r>
            <a:r>
              <a:rPr lang="en-US" dirty="0" err="1"/>
              <a:t>session_dict</a:t>
            </a:r>
            <a:endParaRPr lang="en-US" dirty="0"/>
          </a:p>
          <a:p>
            <a:pPr marL="1771650" lvl="3" indent="-4000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If data exists – either:</a:t>
            </a:r>
          </a:p>
          <a:p>
            <a:pPr marL="2228850" lvl="4" indent="-4000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pull </a:t>
            </a:r>
            <a:r>
              <a:rPr lang="en-US" dirty="0" err="1">
                <a:solidFill>
                  <a:srgbClr val="FF0000"/>
                </a:solidFill>
              </a:rPr>
              <a:t>gcd</a:t>
            </a:r>
            <a:r>
              <a:rPr lang="en-US" dirty="0">
                <a:solidFill>
                  <a:srgbClr val="FF0000"/>
                </a:solidFill>
              </a:rPr>
              <a:t> data and return in </a:t>
            </a:r>
            <a:r>
              <a:rPr lang="en-US" dirty="0" err="1">
                <a:solidFill>
                  <a:srgbClr val="FF0000"/>
                </a:solidFill>
              </a:rPr>
              <a:t>gcd_data</a:t>
            </a:r>
            <a:endParaRPr lang="en-US" dirty="0">
              <a:solidFill>
                <a:srgbClr val="FF0000"/>
              </a:solidFill>
            </a:endParaRPr>
          </a:p>
          <a:p>
            <a:pPr marL="2228850" lvl="4" indent="-4000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OR, return empty </a:t>
            </a:r>
            <a:r>
              <a:rPr lang="en-US" dirty="0" err="1">
                <a:solidFill>
                  <a:srgbClr val="FF0000"/>
                </a:solidFill>
              </a:rPr>
              <a:t>gcd_data</a:t>
            </a:r>
            <a:endParaRPr lang="en-US" dirty="0"/>
          </a:p>
          <a:p>
            <a:pPr marL="1771650" lvl="3" indent="-4000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If data doesn’t exist</a:t>
            </a:r>
            <a:r>
              <a:rPr lang="en-US" dirty="0"/>
              <a:t>, loads </a:t>
            </a:r>
            <a:r>
              <a:rPr lang="en-US" dirty="0" err="1"/>
              <a:t>gcd</a:t>
            </a:r>
            <a:r>
              <a:rPr lang="en-US" dirty="0"/>
              <a:t> data and returns in </a:t>
            </a:r>
            <a:r>
              <a:rPr lang="en-US" dirty="0" err="1"/>
              <a:t>gcd_data</a:t>
            </a:r>
            <a:endParaRPr lang="en-US" dirty="0"/>
          </a:p>
          <a:p>
            <a:pPr marL="1314450" lvl="2" indent="-400050">
              <a:buFont typeface="+mj-lt"/>
              <a:buAutoNum type="romanLcPeriod"/>
            </a:pPr>
            <a:r>
              <a:rPr lang="en-US" dirty="0"/>
              <a:t>If </a:t>
            </a:r>
            <a:r>
              <a:rPr lang="en-US" dirty="0" err="1"/>
              <a:t>gcd</a:t>
            </a:r>
            <a:r>
              <a:rPr lang="en-US" dirty="0"/>
              <a:t> data pulled</a:t>
            </a:r>
          </a:p>
          <a:p>
            <a:pPr marL="1771650" lvl="3" indent="-400050">
              <a:buFont typeface="Arial" panose="020B0604020202020204" pitchFamily="34" charset="0"/>
              <a:buChar char="•"/>
            </a:pPr>
            <a:r>
              <a:rPr lang="en-US" dirty="0" err="1"/>
              <a:t>Parse_gcdData</a:t>
            </a:r>
            <a:r>
              <a:rPr lang="en-US" dirty="0"/>
              <a:t> called and single/series </a:t>
            </a:r>
            <a:r>
              <a:rPr lang="en-US" dirty="0" err="1"/>
              <a:t>df’s</a:t>
            </a:r>
            <a:r>
              <a:rPr lang="en-US" dirty="0"/>
              <a:t> returned</a:t>
            </a:r>
          </a:p>
          <a:p>
            <a:pPr marL="1314450" lvl="2" indent="-400050">
              <a:buFont typeface="+mj-lt"/>
              <a:buAutoNum type="romanLcPeriod"/>
            </a:pPr>
            <a:endParaRPr lang="en-US" dirty="0"/>
          </a:p>
          <a:p>
            <a:pPr marL="1771650" lvl="3" indent="-400050">
              <a:buFont typeface="Arial" panose="020B0604020202020204" pitchFamily="34" charset="0"/>
              <a:buChar char="•"/>
            </a:pPr>
            <a:endParaRPr lang="en-US" dirty="0"/>
          </a:p>
          <a:p>
            <a:pPr marL="857250" lvl="1" indent="-400050">
              <a:buFont typeface="+mj-lt"/>
              <a:buAutoNum type="alphaLcPeriod"/>
            </a:pPr>
            <a:endParaRPr lang="en-US" dirty="0"/>
          </a:p>
          <a:p>
            <a:pPr marL="800100" lvl="1" indent="-342900">
              <a:buAutoNum type="alphaL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652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5C2BE4F-E3B5-2049-0D4C-F080AAFD6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96436"/>
            <a:ext cx="4208322" cy="26953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0A6EC6-D0EF-DF18-CE88-55D1FEA5C3D5}"/>
              </a:ext>
            </a:extLst>
          </p:cNvPr>
          <p:cNvSpPr txBox="1"/>
          <p:nvPr/>
        </p:nvSpPr>
        <p:spPr>
          <a:xfrm>
            <a:off x="4800600" y="441858"/>
            <a:ext cx="2276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Enter patient info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676019FE-EB82-B635-B5A0-2778944F5B8F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2231136" y="441858"/>
            <a:ext cx="2569464" cy="184666"/>
          </a:xfrm>
          <a:prstGeom prst="bentConnector3">
            <a:avLst>
              <a:gd name="adj1" fmla="val 91637"/>
            </a:avLst>
          </a:prstGeom>
          <a:ln w="28575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D92D949-0DF6-635D-CEB2-4850E48AC6D8}"/>
              </a:ext>
            </a:extLst>
          </p:cNvPr>
          <p:cNvSpPr txBox="1"/>
          <p:nvPr/>
        </p:nvSpPr>
        <p:spPr>
          <a:xfrm>
            <a:off x="5044440" y="871946"/>
            <a:ext cx="2276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Enter clinical info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84FD8D73-D6F6-EB86-F419-30D62803784E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474976" y="871946"/>
            <a:ext cx="2569464" cy="184666"/>
          </a:xfrm>
          <a:prstGeom prst="bentConnector3">
            <a:avLst>
              <a:gd name="adj1" fmla="val 91637"/>
            </a:avLst>
          </a:prstGeom>
          <a:ln w="28575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32EEFEA-5334-E25C-1630-CCF304574377}"/>
              </a:ext>
            </a:extLst>
          </p:cNvPr>
          <p:cNvSpPr txBox="1"/>
          <p:nvPr/>
        </p:nvSpPr>
        <p:spPr>
          <a:xfrm>
            <a:off x="5274081" y="1302034"/>
            <a:ext cx="270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Save patient/clinical info and grab </a:t>
            </a:r>
            <a:r>
              <a:rPr lang="en-US" dirty="0" err="1"/>
              <a:t>gcd</a:t>
            </a:r>
            <a:r>
              <a:rPr lang="en-US" dirty="0"/>
              <a:t> files to load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195D25F2-B211-8C96-AB23-C58E6D1B0788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1719072" y="1224928"/>
            <a:ext cx="3555009" cy="400272"/>
          </a:xfrm>
          <a:prstGeom prst="bentConnector3">
            <a:avLst>
              <a:gd name="adj1" fmla="val 91926"/>
            </a:avLst>
          </a:prstGeom>
          <a:ln w="28575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495B1C6-CECA-D7A4-8EE1-F161296776F1}"/>
              </a:ext>
            </a:extLst>
          </p:cNvPr>
          <p:cNvSpPr txBox="1"/>
          <p:nvPr/>
        </p:nvSpPr>
        <p:spPr>
          <a:xfrm>
            <a:off x="338328" y="3200400"/>
            <a:ext cx="2136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Call to: </a:t>
            </a:r>
            <a:r>
              <a:rPr lang="en-US" dirty="0" err="1">
                <a:solidFill>
                  <a:srgbClr val="00B0F0"/>
                </a:solidFill>
              </a:rPr>
              <a:t>load_data</a:t>
            </a:r>
            <a:endParaRPr lang="en-US" dirty="0">
              <a:solidFill>
                <a:srgbClr val="00B0F0"/>
              </a:solidFill>
            </a:endParaRP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FED05404-B641-3039-37E0-A0FD17A823B7}"/>
              </a:ext>
            </a:extLst>
          </p:cNvPr>
          <p:cNvCxnSpPr>
            <a:cxnSpLocks/>
            <a:stCxn id="20" idx="2"/>
            <a:endCxn id="28" idx="0"/>
          </p:cNvCxnSpPr>
          <p:nvPr/>
        </p:nvCxnSpPr>
        <p:spPr>
          <a:xfrm rot="5400000">
            <a:off x="3391508" y="-36490"/>
            <a:ext cx="1252035" cy="5221745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FF549D0-A476-DC79-B297-FC2A79FE6269}"/>
              </a:ext>
            </a:extLst>
          </p:cNvPr>
          <p:cNvSpPr txBox="1"/>
          <p:nvPr/>
        </p:nvSpPr>
        <p:spPr>
          <a:xfrm>
            <a:off x="774191" y="4206713"/>
            <a:ext cx="40904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4b.</a:t>
            </a:r>
            <a:r>
              <a:rPr lang="en-US" sz="1200" dirty="0"/>
              <a:t> Call to: </a:t>
            </a:r>
            <a:r>
              <a:rPr lang="en-US" sz="1200" dirty="0" err="1">
                <a:solidFill>
                  <a:srgbClr val="00B0F0"/>
                </a:solidFill>
              </a:rPr>
              <a:t>load_create_patient_data</a:t>
            </a:r>
            <a:endParaRPr lang="en-US" sz="1200" dirty="0">
              <a:solidFill>
                <a:srgbClr val="00B0F0"/>
              </a:solidFill>
            </a:endParaRPr>
          </a:p>
          <a:p>
            <a:r>
              <a:rPr lang="en-US" sz="1200" dirty="0"/>
              <a:t>*checks for existing folder with patient ID </a:t>
            </a:r>
          </a:p>
          <a:p>
            <a:r>
              <a:rPr lang="en-US" sz="1200" i="1" dirty="0"/>
              <a:t>creates new folder if one doesn’t exist</a:t>
            </a:r>
            <a:endParaRPr lang="en-US" sz="1200" dirty="0"/>
          </a:p>
          <a:p>
            <a:r>
              <a:rPr lang="en-US" sz="1200" dirty="0"/>
              <a:t>*checks for existing parquet files </a:t>
            </a:r>
          </a:p>
          <a:p>
            <a:r>
              <a:rPr lang="en-US" sz="1200" i="1" dirty="0"/>
              <a:t>loads all existing data from parquet files including session dates</a:t>
            </a:r>
          </a:p>
          <a:p>
            <a:r>
              <a:rPr lang="en-US" sz="1200" i="1" dirty="0"/>
              <a:t>*</a:t>
            </a:r>
            <a:r>
              <a:rPr lang="en-US" sz="1200" dirty="0"/>
              <a:t>returns </a:t>
            </a:r>
            <a:r>
              <a:rPr lang="en-US" sz="1200" dirty="0" err="1">
                <a:solidFill>
                  <a:schemeClr val="accent6"/>
                </a:solidFill>
              </a:rPr>
              <a:t>session_dict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/>
              <a:t>– contains session info and </a:t>
            </a:r>
            <a:r>
              <a:rPr lang="en-US" sz="1200" dirty="0" err="1">
                <a:solidFill>
                  <a:schemeClr val="accent6"/>
                </a:solidFill>
              </a:rPr>
              <a:t>full_df</a:t>
            </a:r>
            <a:endParaRPr lang="en-US" sz="1200" dirty="0">
              <a:solidFill>
                <a:schemeClr val="accent6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E31241F-2E04-9B79-7A98-C34A03C07135}"/>
              </a:ext>
            </a:extLst>
          </p:cNvPr>
          <p:cNvSpPr txBox="1"/>
          <p:nvPr/>
        </p:nvSpPr>
        <p:spPr>
          <a:xfrm>
            <a:off x="774191" y="5385614"/>
            <a:ext cx="40904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4c. </a:t>
            </a:r>
            <a:r>
              <a:rPr lang="en-US" sz="1200" dirty="0"/>
              <a:t>Call to: </a:t>
            </a:r>
            <a:r>
              <a:rPr lang="en-US" sz="1200" dirty="0" err="1">
                <a:solidFill>
                  <a:srgbClr val="00B0F0"/>
                </a:solidFill>
              </a:rPr>
              <a:t>getData_dialog</a:t>
            </a:r>
            <a:endParaRPr lang="en-US" sz="1200" dirty="0">
              <a:solidFill>
                <a:srgbClr val="00B0F0"/>
              </a:solidFill>
            </a:endParaRPr>
          </a:p>
          <a:p>
            <a:r>
              <a:rPr lang="en-US" sz="1200" dirty="0"/>
              <a:t>*input is </a:t>
            </a:r>
            <a:r>
              <a:rPr lang="en-US" sz="1200" dirty="0" err="1">
                <a:solidFill>
                  <a:schemeClr val="accent6"/>
                </a:solidFill>
              </a:rPr>
              <a:t>session_dict</a:t>
            </a:r>
            <a:endParaRPr lang="en-US" sz="1200" dirty="0">
              <a:solidFill>
                <a:schemeClr val="accent6"/>
              </a:solidFill>
            </a:endParaRPr>
          </a:p>
          <a:p>
            <a:r>
              <a:rPr lang="en-US" sz="1200" dirty="0"/>
              <a:t>*checks for overlapping dates</a:t>
            </a:r>
          </a:p>
          <a:p>
            <a:r>
              <a:rPr lang="en-US" sz="1200" i="1" dirty="0"/>
              <a:t>Provides option to add selected data as new visit if date exists – otherwise pulls </a:t>
            </a:r>
            <a:r>
              <a:rPr lang="en-US" sz="1200" i="1" dirty="0" err="1"/>
              <a:t>gcd</a:t>
            </a:r>
            <a:r>
              <a:rPr lang="en-US" sz="1200" i="1" dirty="0"/>
              <a:t> data</a:t>
            </a:r>
          </a:p>
          <a:p>
            <a:r>
              <a:rPr lang="en-US" sz="1200" i="1" dirty="0"/>
              <a:t>*</a:t>
            </a:r>
            <a:r>
              <a:rPr lang="en-US" sz="1200" dirty="0">
                <a:solidFill>
                  <a:srgbClr val="7030A0"/>
                </a:solidFill>
              </a:rPr>
              <a:t>returns </a:t>
            </a:r>
            <a:r>
              <a:rPr lang="en-US" sz="1200" dirty="0" err="1">
                <a:solidFill>
                  <a:schemeClr val="accent6"/>
                </a:solidFill>
              </a:rPr>
              <a:t>gcd_data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/>
              <a:t>and </a:t>
            </a:r>
            <a:r>
              <a:rPr lang="en-US" sz="1200" dirty="0" err="1">
                <a:solidFill>
                  <a:schemeClr val="accent6"/>
                </a:solidFill>
              </a:rPr>
              <a:t>py_data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dirty="0"/>
              <a:t>(if </a:t>
            </a:r>
            <a:r>
              <a:rPr lang="en-US" sz="1200" dirty="0" err="1"/>
              <a:t>py</a:t>
            </a:r>
            <a:r>
              <a:rPr lang="en-US" sz="1200" dirty="0"/>
              <a:t> file data exists</a:t>
            </a:r>
            <a:endParaRPr lang="en-US" sz="1200" i="1" dirty="0"/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A63184F7-6861-1C7D-C581-6FD3D57D38F3}"/>
              </a:ext>
            </a:extLst>
          </p:cNvPr>
          <p:cNvCxnSpPr>
            <a:cxnSpLocks/>
            <a:stCxn id="28" idx="2"/>
            <a:endCxn id="48" idx="0"/>
          </p:cNvCxnSpPr>
          <p:nvPr/>
        </p:nvCxnSpPr>
        <p:spPr>
          <a:xfrm rot="16200000" flipH="1">
            <a:off x="2014654" y="2961730"/>
            <a:ext cx="196744" cy="1412748"/>
          </a:xfrm>
          <a:prstGeom prst="bentConnector3">
            <a:avLst>
              <a:gd name="adj1" fmla="val 31409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4F97E041-760C-47BE-2E39-C787D2ED3796}"/>
              </a:ext>
            </a:extLst>
          </p:cNvPr>
          <p:cNvSpPr txBox="1"/>
          <p:nvPr/>
        </p:nvSpPr>
        <p:spPr>
          <a:xfrm>
            <a:off x="774191" y="3766476"/>
            <a:ext cx="40904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4a.</a:t>
            </a:r>
            <a:r>
              <a:rPr lang="en-US" sz="1200" dirty="0"/>
              <a:t> Patient info saved via </a:t>
            </a:r>
            <a:r>
              <a:rPr lang="en-US" sz="1200" b="1" i="1" dirty="0" err="1">
                <a:solidFill>
                  <a:srgbClr val="C00000"/>
                </a:solidFill>
              </a:rPr>
              <a:t>self</a:t>
            </a:r>
            <a:r>
              <a:rPr lang="en-US" sz="1200" b="1" i="1" dirty="0" err="1"/>
              <a:t>.</a:t>
            </a:r>
            <a:r>
              <a:rPr lang="en-US" sz="1200" i="1" dirty="0" err="1">
                <a:solidFill>
                  <a:schemeClr val="accent6"/>
                </a:solidFill>
              </a:rPr>
              <a:t>patient_data</a:t>
            </a:r>
            <a:r>
              <a:rPr lang="en-US" sz="1200" i="1" dirty="0">
                <a:solidFill>
                  <a:schemeClr val="accent6"/>
                </a:solidFill>
              </a:rPr>
              <a:t> </a:t>
            </a:r>
            <a:r>
              <a:rPr lang="en-US" sz="1200" dirty="0"/>
              <a:t>etc. – no function or list used</a:t>
            </a:r>
            <a:endParaRPr lang="en-US" sz="1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431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288</Words>
  <Application>Microsoft Office PowerPoint</Application>
  <PresentationFormat>Widescreen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Sports screen report generator script map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Gregory</dc:creator>
  <cp:lastModifiedBy>Daniel Gregory</cp:lastModifiedBy>
  <cp:revision>7</cp:revision>
  <dcterms:created xsi:type="dcterms:W3CDTF">2026-07-21T19:56:24Z</dcterms:created>
  <dcterms:modified xsi:type="dcterms:W3CDTF">2026-07-22T17:11:21Z</dcterms:modified>
</cp:coreProperties>
</file>